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viewProps" Target="viewProps.xml"/><Relationship Id="rId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5" Type="http://schemas.openxmlformats.org/officeDocument/2006/relationships/tableStyles" Target="tableStyles.xml"/><Relationship Id="rId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B52770C-288F-42E6-AB05-F92F987765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BA93E885-AE11-4C6F-96C4-99744DBCD9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F159697-5380-4854-80F7-E939DE9B4B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14066-F55B-496B-9EF4-CCEB02D71D27}" type="datetimeFigureOut">
              <a:rPr lang="de-DE" smtClean="0"/>
              <a:t>24.04.2026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5E93106-DDD9-45BD-BEE2-30807DC461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678E408-BBF2-495F-82E0-20343A976F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E6073-C2C0-4CFB-8502-1B1F099D729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174851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6503F8C-A5A1-4461-8508-BFDD6870D3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835AF1E-B522-4A42-A57A-E0CD414351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8FD24EA-1F94-4546-8AD9-C2F25D27F9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14066-F55B-496B-9EF4-CCEB02D71D27}" type="datetimeFigureOut">
              <a:rPr lang="de-DE" smtClean="0"/>
              <a:t>24.04.2026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916ADB5-BB68-409A-A6B6-FF01398DF3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3E9BC8A-57E0-4AC2-BE27-6B785CE95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E6073-C2C0-4CFB-8502-1B1F099D729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439712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0A955EE-3534-43C1-8FA2-26F5E93B67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02127AB-8F23-46DB-9BD5-51260786BA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949DDE5-7F75-406D-B4F3-E6B7FDE3D1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14066-F55B-496B-9EF4-CCEB02D71D27}" type="datetimeFigureOut">
              <a:rPr lang="de-DE" smtClean="0"/>
              <a:t>24.04.2026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B4196AB-783F-4217-9EDB-141093F8FE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27FDA4D-AF77-46B4-9D40-34215BAB2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E6073-C2C0-4CFB-8502-1B1F099D729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546918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B295DF5-34AF-4709-8FA1-A6D55B1809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E55F9A3-58AA-4CA1-9FAA-2A288834D2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179A7A54-B066-4A3A-A2EF-3979783D35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E18513E5-CC31-4557-8730-158D72A512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14066-F55B-496B-9EF4-CCEB02D71D27}" type="datetimeFigureOut">
              <a:rPr lang="de-DE" smtClean="0"/>
              <a:t>24.04.2026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69766AF-6DDE-48C9-AA45-6FB1AE133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46E20D4-5822-4845-829E-EDDF9217A5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E6073-C2C0-4CFB-8502-1B1F099D729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644645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AD79211-33CC-4F0D-926A-B697CE71DD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E4656DC-D299-4E2F-AEDA-0560C77A52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FE6FA21A-ED10-493F-B3BF-F3B0902650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602CD12B-5787-4760-A461-01AFEEB92D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733B4C97-5E54-4A19-9346-3B4DE4E2DE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04ED1745-4E90-45C0-885E-418FF40964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14066-F55B-496B-9EF4-CCEB02D71D27}" type="datetimeFigureOut">
              <a:rPr lang="de-DE" smtClean="0"/>
              <a:t>24.04.2026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1C68F528-6CF0-4505-B72A-CF8E18C314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D7246FBC-4421-4D66-BF8A-7A4095347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E6073-C2C0-4CFB-8502-1B1F099D729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076578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09C314B-1633-4EAA-B67E-0238E449FC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8A3ACCB-B275-430A-A8DA-41D4AE5589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14066-F55B-496B-9EF4-CCEB02D71D27}" type="datetimeFigureOut">
              <a:rPr lang="de-DE" smtClean="0"/>
              <a:t>24.04.2026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8BF0CA8-A83B-44CD-8550-63996588B8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03FC537-B17C-410F-B83F-C1A71734EA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E6073-C2C0-4CFB-8502-1B1F099D729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255297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D8FD29DD-FE1B-4093-A80E-0DC3F0A81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14066-F55B-496B-9EF4-CCEB02D71D27}" type="datetimeFigureOut">
              <a:rPr lang="de-DE" smtClean="0"/>
              <a:t>24.04.2026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4804CF94-B9B2-44E8-A418-241DF9D37F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9043DB5-C63E-4401-9B5D-0633F344B7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E6073-C2C0-4CFB-8502-1B1F099D729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90010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8EA26F7-9769-4FF3-9C87-C7343B55A5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A135539-19CC-4A89-9A7A-E9214559E9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020D4D26-206B-4290-823B-A7EB7A7B40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9653F229-A6CF-4CEC-ABFE-F17F8430A0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14066-F55B-496B-9EF4-CCEB02D71D27}" type="datetimeFigureOut">
              <a:rPr lang="de-DE" smtClean="0"/>
              <a:t>24.04.2026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0C9A9A7-D9C3-4426-8306-3E39B57C20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B813C69-1A08-4536-BD94-AA3B0C8878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E6073-C2C0-4CFB-8502-1B1F099D729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329248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9745339-5787-445D-AA2A-5C1E797FCF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ED607BDB-B709-4715-B7A6-73C0B911EC5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52A06AD6-A113-4C1F-B7B6-7762E1C1D6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583ABC8-C9E1-478B-B40B-61017FE0B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14066-F55B-496B-9EF4-CCEB02D71D27}" type="datetimeFigureOut">
              <a:rPr lang="de-DE" smtClean="0"/>
              <a:t>24.04.2026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10C3DA9-C113-4D30-B153-9A94E4EDCC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9BFCF45-E75D-4910-AB23-4E609E878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E6073-C2C0-4CFB-8502-1B1F099D729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54045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3903D66-EED4-42DE-BAEF-CA0F5C390F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653A3ED2-708D-483C-B725-A6EC38DE5C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C5A03D1-8566-42B0-9FFD-20421529FD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14066-F55B-496B-9EF4-CCEB02D71D27}" type="datetimeFigureOut">
              <a:rPr lang="de-DE" smtClean="0"/>
              <a:t>24.04.2026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D6410E3-F2AE-4467-A0F3-53FD96008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2A76955-65E0-4FBC-B616-70163CB0A0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E6073-C2C0-4CFB-8502-1B1F099D729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162108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F5C7E559-DF6E-46B4-8038-2461DAA3A0A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1E9BEAA8-ADC2-4587-A585-06E8D73794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11484FF-6151-4247-8844-5F82FFA0F8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14066-F55B-496B-9EF4-CCEB02D71D27}" type="datetimeFigureOut">
              <a:rPr lang="de-DE" smtClean="0"/>
              <a:t>24.04.2026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BBF11AE-757C-46DF-B1BF-DFAF0D1A90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44E2EEA-24EC-4986-9539-7E3B0FB383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E6073-C2C0-4CFB-8502-1B1F099D729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65627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15309111-8EA7-46CE-9157-74A374654F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C25B773-F364-4606-AA64-059F4AFA93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BE825D6-DAE2-4066-9D7E-A7A8E8ABCB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A14066-F55B-496B-9EF4-CCEB02D71D27}" type="datetimeFigureOut">
              <a:rPr lang="de-DE" smtClean="0"/>
              <a:t>24.04.2026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389F983-1715-4E04-BA48-0A5CE24B79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A1D157C-E7B5-4318-B17E-43085D5EA5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AE6073-C2C0-4CFB-8502-1B1F099D729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811456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Breitbild</PresentationFormat>
  <Paragraphs>0</Paragraphs>
  <Slides>0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0</vt:i4>
      </vt:variant>
    </vt:vector>
  </HeadingPairs>
  <TitlesOfParts>
    <vt:vector size="4" baseType="lpstr">
      <vt:lpstr>Arial</vt:lpstr>
      <vt:lpstr>Calibri</vt:lpstr>
      <vt:lpstr>Calibri Light</vt:lpstr>
      <vt:lpstr>Office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Noam Toan Thang Vu</dc:creator>
  <cp:lastModifiedBy>Noam Toan Thang Vu</cp:lastModifiedBy>
  <cp:revision>1</cp:revision>
  <dcterms:created xsi:type="dcterms:W3CDTF">2026-04-24T10:26:09Z</dcterms:created>
  <dcterms:modified xsi:type="dcterms:W3CDTF">2026-04-24T10:26:10Z</dcterms:modified>
</cp:coreProperties>
</file>